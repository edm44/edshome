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3" d="100"/>
          <a:sy n="143" d="100"/>
        </p:scale>
        <p:origin x="-120" y="-4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9C2D8-DB6C-4C1E-B235-479BD2D36EF9}" type="datetimeFigureOut">
              <a:rPr lang="en-US" smtClean="0"/>
              <a:t>5/6/2016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C234-7BE2-4E06-9639-E2F83A175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211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9C2D8-DB6C-4C1E-B235-479BD2D36EF9}" type="datetimeFigureOut">
              <a:rPr lang="en-US" smtClean="0"/>
              <a:t>5/6/2016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C234-7BE2-4E06-9639-E2F83A175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14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9C2D8-DB6C-4C1E-B235-479BD2D36EF9}" type="datetimeFigureOut">
              <a:rPr lang="en-US" smtClean="0"/>
              <a:t>5/6/2016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C234-7BE2-4E06-9639-E2F83A175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62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9C2D8-DB6C-4C1E-B235-479BD2D36EF9}" type="datetimeFigureOut">
              <a:rPr lang="en-US" smtClean="0"/>
              <a:t>5/6/2016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C234-7BE2-4E06-9639-E2F83A175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144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9C2D8-DB6C-4C1E-B235-479BD2D36EF9}" type="datetimeFigureOut">
              <a:rPr lang="en-US" smtClean="0"/>
              <a:t>5/6/2016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C234-7BE2-4E06-9639-E2F83A175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59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9C2D8-DB6C-4C1E-B235-479BD2D36EF9}" type="datetimeFigureOut">
              <a:rPr lang="en-US" smtClean="0"/>
              <a:t>5/6/2016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C234-7BE2-4E06-9639-E2F83A175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302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9C2D8-DB6C-4C1E-B235-479BD2D36EF9}" type="datetimeFigureOut">
              <a:rPr lang="en-US" smtClean="0"/>
              <a:t>5/6/2016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C234-7BE2-4E06-9639-E2F83A175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956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9C2D8-DB6C-4C1E-B235-479BD2D36EF9}" type="datetimeFigureOut">
              <a:rPr lang="en-US" smtClean="0"/>
              <a:t>5/6/2016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C234-7BE2-4E06-9639-E2F83A175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176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9C2D8-DB6C-4C1E-B235-479BD2D36EF9}" type="datetimeFigureOut">
              <a:rPr lang="en-US" smtClean="0"/>
              <a:t>5/6/2016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C234-7BE2-4E06-9639-E2F83A175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559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9C2D8-DB6C-4C1E-B235-479BD2D36EF9}" type="datetimeFigureOut">
              <a:rPr lang="en-US" smtClean="0"/>
              <a:t>5/6/2016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C234-7BE2-4E06-9639-E2F83A175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151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9C2D8-DB6C-4C1E-B235-479BD2D36EF9}" type="datetimeFigureOut">
              <a:rPr lang="en-US" smtClean="0"/>
              <a:t>5/6/2016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0C234-7BE2-4E06-9639-E2F83A175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42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09C2D8-DB6C-4C1E-B235-479BD2D36EF9}" type="datetimeFigureOut">
              <a:rPr lang="en-US" smtClean="0"/>
              <a:t>5/6/2016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0C234-7BE2-4E06-9639-E2F83A175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11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73" y="0"/>
            <a:ext cx="8145453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4681" y="2325469"/>
            <a:ext cx="1981200" cy="646331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7030A0"/>
                </a:solidFill>
              </a:rPr>
              <a:t>Meet here – this is where we’ll leave the collected trash too.</a:t>
            </a:r>
            <a:endParaRPr lang="en-US" sz="1200" dirty="0">
              <a:solidFill>
                <a:srgbClr val="7030A0"/>
              </a:solidFill>
            </a:endParaRPr>
          </a:p>
        </p:txBody>
      </p:sp>
      <p:cxnSp>
        <p:nvCxnSpPr>
          <p:cNvPr id="7" name="Straight Arrow Connector 6"/>
          <p:cNvCxnSpPr>
            <a:stCxn id="5" idx="1"/>
          </p:cNvCxnSpPr>
          <p:nvPr/>
        </p:nvCxnSpPr>
        <p:spPr>
          <a:xfrm flipH="1">
            <a:off x="2133601" y="2648635"/>
            <a:ext cx="451080" cy="627965"/>
          </a:xfrm>
          <a:prstGeom prst="straightConnector1">
            <a:avLst/>
          </a:prstGeom>
          <a:ln w="3175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667000" y="4267200"/>
            <a:ext cx="1981200" cy="1015663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7030A0"/>
                </a:solidFill>
              </a:rPr>
              <a:t>If you drag thousands of pounds of steel with you, you can deposit it here and walk up the trail to the meeting spot.</a:t>
            </a:r>
            <a:endParaRPr lang="en-US" sz="1200" dirty="0">
              <a:solidFill>
                <a:srgbClr val="7030A0"/>
              </a:solidFill>
            </a:endParaRPr>
          </a:p>
        </p:txBody>
      </p:sp>
      <p:cxnSp>
        <p:nvCxnSpPr>
          <p:cNvPr id="9" name="Straight Arrow Connector 8"/>
          <p:cNvCxnSpPr>
            <a:stCxn id="8" idx="1"/>
          </p:cNvCxnSpPr>
          <p:nvPr/>
        </p:nvCxnSpPr>
        <p:spPr>
          <a:xfrm flipH="1">
            <a:off x="2215920" y="4775032"/>
            <a:ext cx="451080" cy="443299"/>
          </a:xfrm>
          <a:prstGeom prst="straightConnector1">
            <a:avLst/>
          </a:prstGeom>
          <a:ln w="3175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1167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39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Santa Clara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 Maurer</dc:creator>
  <cp:lastModifiedBy>Ed Maurer</cp:lastModifiedBy>
  <cp:revision>1</cp:revision>
  <dcterms:created xsi:type="dcterms:W3CDTF">2016-05-07T00:12:21Z</dcterms:created>
  <dcterms:modified xsi:type="dcterms:W3CDTF">2016-05-07T00:17:08Z</dcterms:modified>
</cp:coreProperties>
</file>